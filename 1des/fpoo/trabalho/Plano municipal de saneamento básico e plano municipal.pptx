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FF83-BF42-4860-B239-0EAD94054534}" type="datetimeFigureOut">
              <a:rPr lang="pt-BR" smtClean="0"/>
              <a:t>29/08/2023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BE303-E6ED-4F78-B702-C8EAA60CAA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7993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FF83-BF42-4860-B239-0EAD94054534}" type="datetimeFigureOut">
              <a:rPr lang="pt-BR" smtClean="0"/>
              <a:t>29/08/2023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BE303-E6ED-4F78-B702-C8EAA60CAA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9714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FF83-BF42-4860-B239-0EAD94054534}" type="datetimeFigureOut">
              <a:rPr lang="pt-BR" smtClean="0"/>
              <a:t>29/08/2023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BE303-E6ED-4F78-B702-C8EAA60CAA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0172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FF83-BF42-4860-B239-0EAD94054534}" type="datetimeFigureOut">
              <a:rPr lang="pt-BR" smtClean="0"/>
              <a:t>29/08/2023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BE303-E6ED-4F78-B702-C8EAA60CAA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0148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FF83-BF42-4860-B239-0EAD94054534}" type="datetimeFigureOut">
              <a:rPr lang="pt-BR" smtClean="0"/>
              <a:t>29/08/2023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BE303-E6ED-4F78-B702-C8EAA60CAA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4280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FF83-BF42-4860-B239-0EAD94054534}" type="datetimeFigureOut">
              <a:rPr lang="pt-BR" smtClean="0"/>
              <a:t>29/08/2023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BE303-E6ED-4F78-B702-C8EAA60CAA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2771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FF83-BF42-4860-B239-0EAD94054534}" type="datetimeFigureOut">
              <a:rPr lang="pt-BR" smtClean="0"/>
              <a:t>29/08/2023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BE303-E6ED-4F78-B702-C8EAA60CAA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225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FF83-BF42-4860-B239-0EAD94054534}" type="datetimeFigureOut">
              <a:rPr lang="pt-BR" smtClean="0"/>
              <a:t>29/08/2023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BE303-E6ED-4F78-B702-C8EAA60CAA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9387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FF83-BF42-4860-B239-0EAD94054534}" type="datetimeFigureOut">
              <a:rPr lang="pt-BR" smtClean="0"/>
              <a:t>29/08/2023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BE303-E6ED-4F78-B702-C8EAA60CAA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545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FF83-BF42-4860-B239-0EAD94054534}" type="datetimeFigureOut">
              <a:rPr lang="pt-BR" smtClean="0"/>
              <a:t>29/08/2023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BE303-E6ED-4F78-B702-C8EAA60CAA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2409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FF83-BF42-4860-B239-0EAD94054534}" type="datetimeFigureOut">
              <a:rPr lang="pt-BR" smtClean="0"/>
              <a:t>29/08/2023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BE303-E6ED-4F78-B702-C8EAA60CAA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99539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FF83-BF42-4860-B239-0EAD94054534}" type="datetimeFigureOut">
              <a:rPr lang="pt-BR" smtClean="0"/>
              <a:t>29/08/2023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BE303-E6ED-4F78-B702-C8EAA60CAA3C}" type="slidenum">
              <a:rPr lang="pt-BR" smtClean="0"/>
              <a:t>‹nº›</a:t>
            </a:fld>
            <a:endParaRPr lang="pt-BR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002265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FF83-BF42-4860-B239-0EAD94054534}" type="datetimeFigureOut">
              <a:rPr lang="pt-BR" smtClean="0"/>
              <a:t>29/08/2023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BE303-E6ED-4F78-B702-C8EAA60CAA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5745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FF83-BF42-4860-B239-0EAD94054534}" type="datetimeFigureOut">
              <a:rPr lang="pt-BR" smtClean="0"/>
              <a:t>29/08/2023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BE303-E6ED-4F78-B702-C8EAA60CAA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54793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FF83-BF42-4860-B239-0EAD94054534}" type="datetimeFigureOut">
              <a:rPr lang="pt-BR" smtClean="0"/>
              <a:t>29/08/2023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BE303-E6ED-4F78-B702-C8EAA60CAA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85631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FF83-BF42-4860-B239-0EAD94054534}" type="datetimeFigureOut">
              <a:rPr lang="pt-BR" smtClean="0"/>
              <a:t>29/08/2023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BE303-E6ED-4F78-B702-C8EAA60CAA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95139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FF83-BF42-4860-B239-0EAD94054534}" type="datetimeFigureOut">
              <a:rPr lang="pt-BR" smtClean="0"/>
              <a:t>29/08/2023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BE303-E6ED-4F78-B702-C8EAA60CAA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71912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FF83-BF42-4860-B239-0EAD94054534}" type="datetimeFigureOut">
              <a:rPr lang="pt-BR" smtClean="0"/>
              <a:t>29/08/2023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BE303-E6ED-4F78-B702-C8EAA60CAA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0433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B5DFF83-BF42-4860-B239-0EAD94054534}" type="datetimeFigureOut">
              <a:rPr lang="pt-BR" smtClean="0"/>
              <a:t>29/08/2023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53BE303-E6ED-4F78-B702-C8EAA60CAA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9231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D7A7C7-BA4B-4487-8515-7AEE9A9BC4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Plano municipal de saneamento básico e plano municipal de gestão integrada de resíduos sólidos </a:t>
            </a:r>
          </a:p>
        </p:txBody>
      </p:sp>
    </p:spTree>
    <p:extLst>
      <p:ext uri="{BB962C8B-B14F-4D97-AF65-F5344CB8AC3E}">
        <p14:creationId xmlns:p14="http://schemas.microsoft.com/office/powerpoint/2010/main" val="957573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08C5D5-AC7E-4D4E-8DE4-CFB32D7C3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municipal de saneamento básico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2CDE7D-8FBB-4B21-BA7B-9A8D9574E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Plano Municipal de Saneamento Básico e o Plano municipal de Gestão de Resíduos Sólidos de Jaguariúna representam iniciativas estratégicas e abrangentes para promover o desenvolvimento sustentável e a qualidade de vida no município. O Plano de Saneamento Básico engloba diversos setores, como abastecimento de água, esgotamento sanitário, drenagem urbana e manejo de águas pluviais. Ele estabelece metas, diretrizes e ações para assegurar o acesso universal aos serviços, melhorar a infraestrutura e garantir a preservação dos recursos hídricos.</a:t>
            </a:r>
          </a:p>
        </p:txBody>
      </p:sp>
    </p:spTree>
    <p:extLst>
      <p:ext uri="{BB962C8B-B14F-4D97-AF65-F5344CB8AC3E}">
        <p14:creationId xmlns:p14="http://schemas.microsoft.com/office/powerpoint/2010/main" val="2891995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AFE47E-F2B5-4C39-AC2F-E3645AFB2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resíduos sólidos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6156CA-66AE-4828-BAF3-3CE023FD1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Já o Plano de Gestão de Resíduos Sólidos concentra-se na gestão eficiente dos resíduos produzidos na cidade. Ele aborda a coleta, tratamento, destinação final e a promoção da reciclagem. O plano procura reduzir a geração de resíduos, incentivar a separação adequada e estimular a economia circular, contribuindo para a diminuição do impacto ambiental e a melhoria da qualidade de vida dos cidadãos.</a:t>
            </a:r>
          </a:p>
        </p:txBody>
      </p:sp>
    </p:spTree>
    <p:extLst>
      <p:ext uri="{BB962C8B-B14F-4D97-AF65-F5344CB8AC3E}">
        <p14:creationId xmlns:p14="http://schemas.microsoft.com/office/powerpoint/2010/main" val="398564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0543BA-2FA7-4F64-8CAC-08EA682E5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9AE850-C822-44F8-B2D6-A226AC039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2367093"/>
            <a:ext cx="10364452" cy="3424107"/>
          </a:xfrm>
        </p:spPr>
        <p:txBody>
          <a:bodyPr/>
          <a:lstStyle/>
          <a:p>
            <a:r>
              <a:rPr lang="pt-BR" dirty="0"/>
              <a:t>Ambos os planos são construídos com base na participação da comunidade, envolvendo órgãos públicos, entidades privadas e sociedade civil. Eles são direcionados pela visão de um futuro mais sustentável, onde a cidade se desenvolve de maneira equilibrada, garantindo o acesso a serviços essenciais, preservando o meio ambiente e promovendo o bem-estar de todos os habitantes de Jaguariúna. Essas iniciativas não apenas atendem ás necessidades presentes, mas também estabelecem um caminho para o crescimento harmonioso e a sustentabilidade a longo prazo do município.</a:t>
            </a:r>
          </a:p>
        </p:txBody>
      </p:sp>
    </p:spTree>
    <p:extLst>
      <p:ext uri="{BB962C8B-B14F-4D97-AF65-F5344CB8AC3E}">
        <p14:creationId xmlns:p14="http://schemas.microsoft.com/office/powerpoint/2010/main" val="2037105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24B2DC-2C61-4E7D-959B-01984F63A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F96ABA-2B5E-4D27-B52A-089A7D5C0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4280304"/>
      </p:ext>
    </p:extLst>
  </p:cSld>
  <p:clrMapOvr>
    <a:masterClrMapping/>
  </p:clrMapOvr>
</p:sld>
</file>

<file path=ppt/theme/theme1.xml><?xml version="1.0" encoding="utf-8"?>
<a:theme xmlns:a="http://schemas.openxmlformats.org/drawingml/2006/main" name="Gotícula">
  <a:themeElements>
    <a:clrScheme name="Gotícula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Gotícul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otícula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TM04033925[[fn=Gotícula]]</Template>
  <TotalTime>109</TotalTime>
  <Words>269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8" baseType="lpstr">
      <vt:lpstr>Arial</vt:lpstr>
      <vt:lpstr>Tw Cen MT</vt:lpstr>
      <vt:lpstr>Gotícula</vt:lpstr>
      <vt:lpstr>Plano municipal de saneamento básico e plano municipal de gestão integrada de resíduos sólidos </vt:lpstr>
      <vt:lpstr>Plano municipal de saneamento básico</vt:lpstr>
      <vt:lpstr>Plano de resíduos sólidos 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Aluno</dc:creator>
  <cp:lastModifiedBy>Aluno</cp:lastModifiedBy>
  <cp:revision>5</cp:revision>
  <dcterms:created xsi:type="dcterms:W3CDTF">2023-08-29T10:24:23Z</dcterms:created>
  <dcterms:modified xsi:type="dcterms:W3CDTF">2023-08-29T12:14:15Z</dcterms:modified>
</cp:coreProperties>
</file>